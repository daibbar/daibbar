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251A"/>
          </a:solidFill>
          <a:ln w="12700">
            <a:solidFill>
              <a:srgbClr val="E825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8229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spc="-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daibbar</a:t>
            </a:r>
            <a:endParaRPr lang="en-US" sz="7200" dirty="0"/>
          </a:p>
        </p:txBody>
      </p:sp>
      <p:sp>
        <p:nvSpPr>
          <p:cNvPr id="4" name="Text 2"/>
          <p:cNvSpPr/>
          <p:nvPr/>
        </p:nvSpPr>
        <p:spPr>
          <a:xfrm>
            <a:off x="457200" y="20574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82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&amp; Blog Personnel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Learn, build, document, and share.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8229600" cy="0"/>
          </a:xfrm>
          <a:prstGeom prst="line">
            <a:avLst/>
          </a:prstGeom>
          <a:noFill/>
          <a:ln w="12700">
            <a:solidFill>
              <a:srgbClr val="3D3D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83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</a:rPr>
              <a:t>Réalisé par 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DAIBBAR Mohamed   |   IID1 — ENSA Khouribga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49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</a:rPr>
              <a:t>Encadré par : </a:t>
            </a:r>
            <a:pPr indent="0" marL="0">
              <a:buNone/>
            </a:pPr>
            <a:r>
              <a:rPr lang="en-US" sz="1300" b="1" dirty="0">
                <a:solidFill>
                  <a:srgbClr val="E8251A"/>
                </a:solidFill>
              </a:rPr>
              <a:t>Pr. Rabhi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Année universitaire 2025 –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1097280" cy="54864"/>
          </a:xfrm>
          <a:prstGeom prst="rect">
            <a:avLst/>
          </a:prstGeom>
          <a:solidFill>
            <a:srgbClr val="E8251A"/>
          </a:solidFill>
          <a:ln w="12700">
            <a:solidFill>
              <a:srgbClr val="E825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325880"/>
            <a:ext cx="4023360" cy="749808"/>
          </a:xfrm>
          <a:prstGeom prst="rect">
            <a:avLst/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251A"/>
                </a:solidFill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43000" y="132588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Présentation du projet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4023360" cy="749808"/>
          </a:xfrm>
          <a:prstGeom prst="rect">
            <a:avLst/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28600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251A"/>
                </a:solidFill>
              </a:rPr>
              <a:t>02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43000" y="228600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Architecture technique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4023360" cy="749808"/>
          </a:xfrm>
          <a:prstGeom prst="rect">
            <a:avLst/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2461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251A"/>
                </a:solidFill>
              </a:rPr>
              <a:t>03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143000" y="324612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Structure du projet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846320" y="1325880"/>
            <a:ext cx="4023360" cy="749808"/>
          </a:xfrm>
          <a:prstGeom prst="rect">
            <a:avLst/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132588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251A"/>
                </a:solidFill>
              </a:rPr>
              <a:t>04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532120" y="132588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Fonctionnalités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46320" y="2286000"/>
            <a:ext cx="4023360" cy="749808"/>
          </a:xfrm>
          <a:prstGeom prst="rect">
            <a:avLst/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228600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251A"/>
                </a:solidFill>
              </a:rPr>
              <a:t>05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5532120" y="228600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Déploiement (Docker)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846320" y="3246120"/>
            <a:ext cx="4023360" cy="749808"/>
          </a:xfrm>
          <a:prstGeom prst="rect">
            <a:avLst/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3246120"/>
            <a:ext cx="548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251A"/>
                </a:solidFill>
              </a:rPr>
              <a:t>06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532120" y="3246120"/>
            <a:ext cx="3246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Roadmap &amp; perspectives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Présentation du projet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E8251A"/>
          </a:solidFill>
          <a:ln w="12700">
            <a:solidFill>
              <a:srgbClr val="E825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206240" cy="3383280"/>
          </a:xfrm>
          <a:prstGeom prst="rect">
            <a:avLst/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801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251A"/>
                </a:solidFill>
              </a:rPr>
              <a:t>Qu'est-ce que daibbar 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251A"/>
                </a:solidFill>
              </a:rPr>
              <a:t>daibbar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 est un site personnel et un moteur de blog léger. Il propose :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219456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Une page d'accueil « Proof → Knowledge → Person »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Un Hero : Just Learn. — Learn, build, document, and share.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Une grille de projets récents (cards + tech pills)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Un fil d'articles style newsletter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Une section About / Connect (GitHub, LinkedIn, X, Email)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846320" y="1143000"/>
            <a:ext cx="3840480" cy="3383280"/>
          </a:xfrm>
          <a:prstGeom prst="rect">
            <a:avLst/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0" y="12801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251A"/>
                </a:solidFill>
              </a:rPr>
              <a:t>Objectifs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17373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📝  Documenter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20116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Centraliser l'apprentissage et les projets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4688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🚀  Partager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27432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Publier des articles techniques accessibles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32004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🎨  Présenter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0" y="34747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Mettre en valeur les réalisations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0" y="39319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🔗  Connecter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029200" y="42062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Faciliter la prise de contact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technique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463040" cy="54864"/>
          </a:xfrm>
          <a:prstGeom prst="rect">
            <a:avLst/>
          </a:prstGeom>
          <a:solidFill>
            <a:srgbClr val="E8251A"/>
          </a:solidFill>
          <a:ln w="12700">
            <a:solidFill>
              <a:srgbClr val="E825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88720"/>
            <a:ext cx="192024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E825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1920240" cy="109728"/>
          </a:xfrm>
          <a:prstGeom prst="rect">
            <a:avLst/>
          </a:prstGeom>
          <a:solidFill>
            <a:srgbClr val="E8251A"/>
          </a:solidFill>
          <a:ln w="12700">
            <a:solidFill>
              <a:srgbClr val="E825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Runtime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737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Node.js 20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560320" y="1188720"/>
            <a:ext cx="192024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D44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0320" y="1188720"/>
            <a:ext cx="1920240" cy="109728"/>
          </a:xfrm>
          <a:prstGeom prst="rect">
            <a:avLst/>
          </a:prstGeom>
          <a:solidFill>
            <a:srgbClr val="D44000"/>
          </a:solidFill>
          <a:ln w="12700">
            <a:solidFill>
              <a:srgbClr val="D44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65176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Serveur Web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651760" y="1737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Express 5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663440" y="1188720"/>
            <a:ext cx="192024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188720"/>
            <a:ext cx="192024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5488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Templates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54880" y="1737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EJS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6766560" y="1188720"/>
            <a:ext cx="192024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766560" y="1188720"/>
            <a:ext cx="1920240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0" y="13716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Base de données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858000" y="1737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PostgreSQL 16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457200" y="2743200"/>
            <a:ext cx="192024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2743200"/>
            <a:ext cx="1920240" cy="10972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Driver DB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8640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pg (pool)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2560320" y="2743200"/>
            <a:ext cx="192024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560320" y="2743200"/>
            <a:ext cx="1920240" cy="10972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Conteneur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2651760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Docker + Compose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4663440" y="2743200"/>
            <a:ext cx="192024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2743200"/>
            <a:ext cx="192024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Frontend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754880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CSS Vanilla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766560" y="2743200"/>
            <a:ext cx="1920240" cy="1371600"/>
          </a:xfrm>
          <a:prstGeom prst="rect">
            <a:avLst/>
          </a:prstGeom>
          <a:solidFill>
            <a:srgbClr val="2A2A2A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766560" y="2743200"/>
            <a:ext cx="1920240" cy="109728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858000" y="292608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Outils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858000" y="329184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nodemon · dotenv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 du projet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097280" cy="54864"/>
          </a:xfrm>
          <a:prstGeom prst="rect">
            <a:avLst/>
          </a:prstGeom>
          <a:solidFill>
            <a:srgbClr val="E8251A"/>
          </a:solidFill>
          <a:ln w="12700">
            <a:solidFill>
              <a:srgbClr val="E825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4114800" cy="3429000"/>
          </a:xfrm>
          <a:prstGeom prst="rect">
            <a:avLst/>
          </a:prstGeom>
          <a:solidFill>
            <a:srgbClr val="111111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daibbar/ — arborescence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Dockerfile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18379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docker-compose.yml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207568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package.json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231343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.env.example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40080" y="25511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825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src/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" y="278892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server.js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302666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db/  (pool · populatedb)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0080" y="3264408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routes/  (articles · projects)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350215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controllers/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0080" y="373989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model/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├── views/  .ejs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" y="421538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public/  style.css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00600" y="114300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Pattern MVC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800600" y="1600200"/>
            <a:ext cx="73152" cy="5029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83480" y="16002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Routes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83480" y="1847088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Définition des endpoints Express (/articles, /projects)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00600" y="2221992"/>
            <a:ext cx="73152" cy="502920"/>
          </a:xfrm>
          <a:prstGeom prst="rect">
            <a:avLst/>
          </a:prstGeom>
          <a:solidFill>
            <a:srgbClr val="D44000"/>
          </a:solidFill>
          <a:ln w="12700">
            <a:solidFill>
              <a:srgbClr val="D44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83480" y="222199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Controllers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83480" y="246888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Handlers de requêtes — logique de traitement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800600" y="2843784"/>
            <a:ext cx="73152" cy="5029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83480" y="284378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Model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983480" y="3090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Accès aux données PostgreSQL via le pool pg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3465576"/>
            <a:ext cx="73152" cy="5029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3480" y="34655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Views (EJS)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983480" y="371246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Templates HTML rendus côté serveur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800600" y="4087368"/>
            <a:ext cx="73152" cy="50292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408736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public/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83480" y="43342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</a:rPr>
              <a:t>CSS global — palette rouge/blanc/noir, typographie Apple-inspired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Fonctionnalités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914400" cy="54864"/>
          </a:xfrm>
          <a:prstGeom prst="rect">
            <a:avLst/>
          </a:prstGeom>
          <a:solidFill>
            <a:srgbClr val="E8251A"/>
          </a:solidFill>
          <a:ln w="12700">
            <a:solidFill>
              <a:srgbClr val="E825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43000"/>
            <a:ext cx="2743200" cy="3657600"/>
          </a:xfrm>
          <a:prstGeom prst="rect">
            <a:avLst/>
          </a:prstGeom>
          <a:solidFill>
            <a:srgbClr val="2A2A2A"/>
          </a:solidFill>
          <a:ln w="12700">
            <a:solidFill>
              <a:srgbClr val="E8251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43000"/>
            <a:ext cx="2743200" cy="109728"/>
          </a:xfrm>
          <a:prstGeom prst="rect">
            <a:avLst/>
          </a:prstGeom>
          <a:solidFill>
            <a:srgbClr val="E8251A"/>
          </a:solidFill>
          <a:ln w="12700">
            <a:solidFill>
              <a:srgbClr val="E825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🏠  Page d'accueil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82880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Hero : Just Learn.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Grille de projets (cards + pills)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Fil d'articles (newsletter)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Section About + liens réseaux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143000"/>
            <a:ext cx="2743200" cy="3657600"/>
          </a:xfrm>
          <a:prstGeom prst="rect">
            <a:avLst/>
          </a:prstGeom>
          <a:solidFill>
            <a:srgbClr val="2A2A2A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6120" y="1143000"/>
            <a:ext cx="2743200" cy="1097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83280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📰  Moteur d'articles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383280" y="182880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Lecture depuis PostgreSQL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Liste /articles (tous les articles)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Route GET configurable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Seed avec populatedb.js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743200" cy="3657600"/>
          </a:xfrm>
          <a:prstGeom prst="rect">
            <a:avLst/>
          </a:prstGeom>
          <a:solidFill>
            <a:srgbClr val="2A2A2A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143000"/>
            <a:ext cx="2743200" cy="1097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63640" y="1325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🎨  Design Vanilla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63640" y="1828800"/>
            <a:ext cx="2468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Palette rouge / blanc / noir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Typographie Apple-inspired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Nav sticky translucide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</a:rPr>
              <a:t>Aucun framework CSS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&amp; API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731520" cy="54864"/>
          </a:xfrm>
          <a:prstGeom prst="rect">
            <a:avLst/>
          </a:prstGeom>
          <a:solidFill>
            <a:srgbClr val="E8251A"/>
          </a:solidFill>
          <a:ln w="12700">
            <a:solidFill>
              <a:srgbClr val="E825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143000"/>
            <a:ext cx="8321040" cy="384048"/>
          </a:xfrm>
          <a:prstGeom prst="rect">
            <a:avLst/>
          </a:prstGeom>
          <a:solidFill>
            <a:srgbClr val="E8251A"/>
          </a:solidFill>
          <a:ln w="12700">
            <a:solidFill>
              <a:srgbClr val="E8251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14300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Méthode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645920" y="1143000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Chemin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749040" y="114300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Handler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035040" y="114300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Description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554480"/>
            <a:ext cx="8321040" cy="530352"/>
          </a:xfrm>
          <a:prstGeom prst="rect">
            <a:avLst/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554480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45920" y="1554480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749040" y="1554480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landing.ejs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35040" y="155448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d'accueil complète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121408"/>
            <a:ext cx="8321040" cy="530352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2121408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645920" y="2121408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/articles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749040" y="2121408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ArticlesController.getArticles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035040" y="212140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tous les articles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2688336"/>
            <a:ext cx="8321040" cy="530352"/>
          </a:xfrm>
          <a:prstGeom prst="rect">
            <a:avLst/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2688336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45920" y="2688336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*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749040" y="2688336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404 handler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035040" y="268833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Retourne « Route existe pas »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255264"/>
            <a:ext cx="8321040" cy="530352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3255264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45920" y="3255264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/About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749040" y="3255264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🚧 stub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035040" y="325526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À propos (en cours)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822192"/>
            <a:ext cx="8321040" cy="530352"/>
          </a:xfrm>
          <a:prstGeom prst="rect">
            <a:avLst/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3822192"/>
            <a:ext cx="1005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45920" y="3822192"/>
            <a:ext cx="20116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/Projects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749040" y="3822192"/>
            <a:ext cx="2194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🚧 stub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35040" y="382219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Projets (en cours)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avec Docker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463040" cy="54864"/>
          </a:xfrm>
          <a:prstGeom prst="rect">
            <a:avLst/>
          </a:prstGeom>
          <a:solidFill>
            <a:srgbClr val="E8251A"/>
          </a:solidFill>
          <a:ln w="12700">
            <a:solidFill>
              <a:srgbClr val="E825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1188720"/>
            <a:ext cx="3474720" cy="2194560"/>
          </a:xfrm>
          <a:prstGeom prst="rect">
            <a:avLst/>
          </a:prstGeom>
          <a:solidFill>
            <a:srgbClr val="2A2A2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</a:rPr>
              <a:t>🐳  Container : app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6916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Node.js 20
</a:t>
            </a:r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Express 5  +  EJS
</a:t>
            </a:r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Port : 3000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023360" y="2286000"/>
            <a:ext cx="822960" cy="0"/>
          </a:xfrm>
          <a:prstGeom prst="line">
            <a:avLst/>
          </a:prstGeom>
          <a:noFill/>
          <a:ln w="25400">
            <a:solidFill>
              <a:srgbClr val="A0A0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977640" y="23317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A0A0A0"/>
                </a:solidFill>
              </a:rPr>
              <a:t>DATABASE_URL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846320" y="1188720"/>
            <a:ext cx="3474720" cy="2194560"/>
          </a:xfrm>
          <a:prstGeom prst="rect">
            <a:avLst/>
          </a:prstGeom>
          <a:solidFill>
            <a:srgbClr val="2A2A2A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2344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369A1"/>
                </a:solidFill>
              </a:rPr>
              <a:t>🐘  Container : postgres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6916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PostgreSQL 16
</a:t>
            </a:r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Table : Article (id, title, body)
</a:t>
            </a:r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</a:rPr>
              <a:t>Port : 5432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Commandes essentielles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274320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9593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48640" y="4315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Démarre app + Postgres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337560" y="3931920"/>
            <a:ext cx="274320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29000" y="39593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exec app node src/db/populatedb.js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29000" y="4315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Seed initial (1 fois)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217920" y="3931920"/>
            <a:ext cx="2743200" cy="822960"/>
          </a:xfrm>
          <a:prstGeom prst="rect">
            <a:avLst/>
          </a:prstGeom>
          <a:solidFill>
            <a:srgbClr val="111111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09360" y="3959352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2C55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down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6309360" y="431596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</a:rPr>
              <a:t>Arrête les conteneurs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 &amp; Perspectives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1463040" cy="54864"/>
          </a:xfrm>
          <a:prstGeom prst="rect">
            <a:avLst/>
          </a:prstGeom>
          <a:solidFill>
            <a:srgbClr val="E8251A"/>
          </a:solidFill>
          <a:ln w="12700">
            <a:solidFill>
              <a:srgbClr val="E825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34440"/>
            <a:ext cx="832104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44168"/>
            <a:ext cx="640080" cy="274320"/>
          </a:xfrm>
          <a:prstGeom prst="rect">
            <a:avLst/>
          </a:prstGeom>
          <a:solidFill>
            <a:srgbClr val="E8251A"/>
          </a:solidFill>
          <a:ln w="12700">
            <a:solidFill>
              <a:srgbClr val="E8251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44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V2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280160" y="12344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☐  Affichage dynamique des articles depuis la base de données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47088"/>
            <a:ext cx="832104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956816"/>
            <a:ext cx="640080" cy="274320"/>
          </a:xfrm>
          <a:prstGeom prst="rect">
            <a:avLst/>
          </a:prstGeom>
          <a:solidFill>
            <a:srgbClr val="E8251A"/>
          </a:solidFill>
          <a:ln w="12700">
            <a:solidFill>
              <a:srgbClr val="E8251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1956816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280160" y="1847088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☐  Pages /About et /Projects enrichies avec contenu réel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2459736"/>
            <a:ext cx="832104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2569464"/>
            <a:ext cx="640080" cy="274320"/>
          </a:xfrm>
          <a:prstGeom prst="rect">
            <a:avLst/>
          </a:prstGeom>
          <a:solidFill>
            <a:srgbClr val="E8251A"/>
          </a:solidFill>
          <a:ln w="12700">
            <a:solidFill>
              <a:srgbClr val="E825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569464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V2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280160" y="2459736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☐  Interface d'administration CRUD pour la gestion des articles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072384"/>
            <a:ext cx="832104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3182112"/>
            <a:ext cx="640080" cy="274320"/>
          </a:xfrm>
          <a:prstGeom prst="rect">
            <a:avLst/>
          </a:prstGeom>
          <a:solidFill>
            <a:srgbClr val="E8251A"/>
          </a:solidFill>
          <a:ln w="12700">
            <a:solidFill>
              <a:srgbClr val="E8251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1821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280160" y="3072384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☐  Authentification sécurisée pour l'espace administrateur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685032"/>
            <a:ext cx="8321040" cy="502920"/>
          </a:xfrm>
          <a:prstGeom prst="rect">
            <a:avLst/>
          </a:prstGeom>
          <a:solidFill>
            <a:srgbClr val="2A2A2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794760"/>
            <a:ext cx="6400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" y="379476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V3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280160" y="368503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☐  Système de tags et filtrage des articles par catégorie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4297680"/>
            <a:ext cx="8321040" cy="502920"/>
          </a:xfrm>
          <a:prstGeom prst="rect">
            <a:avLst/>
          </a:prstGeom>
          <a:solidFill>
            <a:srgbClr val="1A1A1A"/>
          </a:solidFill>
          <a:ln w="12700">
            <a:solidFill>
              <a:srgbClr val="3D3D3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" y="4407408"/>
            <a:ext cx="640080" cy="2743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4074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V3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280160" y="429768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☐  Mode sombre / clair avec persistance des préférences utilisateur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E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E8251A"/>
          </a:solidFill>
          <a:ln w="12700">
            <a:solidFill>
              <a:srgbClr val="E825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73152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pour votre attention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8229600" cy="0"/>
          </a:xfrm>
          <a:prstGeom prst="line">
            <a:avLst/>
          </a:prstGeom>
          <a:noFill/>
          <a:ln w="12700">
            <a:solidFill>
              <a:srgbClr val="3D3D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9202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i="1" spc="100" kern="0" dirty="0">
                <a:solidFill>
                  <a:srgbClr val="E825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 Learn.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0A0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Learn, build, document, and share.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154680"/>
            <a:ext cx="8229600" cy="0"/>
          </a:xfrm>
          <a:prstGeom prst="line">
            <a:avLst/>
          </a:prstGeom>
          <a:noFill/>
          <a:ln w="12700">
            <a:solidFill>
              <a:srgbClr val="3D3D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3375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</a:rPr>
              <a:t>Réalisé par :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DAIBBAR Mohamed</a:t>
            </a:r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</a:rPr>
              <a:t>   |   IID1 — ENSA Khouribga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7033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A0A0"/>
                </a:solidFill>
              </a:rPr>
              <a:t>Encadré par : </a:t>
            </a:r>
            <a:pPr indent="0" marL="0">
              <a:buNone/>
            </a:pPr>
            <a:r>
              <a:rPr lang="en-US" sz="1300" b="1" dirty="0">
                <a:solidFill>
                  <a:srgbClr val="E8251A"/>
                </a:solidFill>
              </a:rPr>
              <a:t>Pr. Rabhi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github.com/daibbar/daibbar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daibbar — Portfolio &amp; Blog Personnel</dc:title>
  <dc:subject>PptxGenJS Presentation</dc:subject>
  <dc:creator>PptxGenJS</dc:creator>
  <cp:lastModifiedBy>PptxGenJS</cp:lastModifiedBy>
  <cp:revision>1</cp:revision>
  <dcterms:created xsi:type="dcterms:W3CDTF">2026-05-24T22:42:51Z</dcterms:created>
  <dcterms:modified xsi:type="dcterms:W3CDTF">2026-05-24T22:42:51Z</dcterms:modified>
</cp:coreProperties>
</file>